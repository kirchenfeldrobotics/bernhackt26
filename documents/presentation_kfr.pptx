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430E-DFFA-BD8D-DCF0-5A74D2BFE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D862A-A591-D2A1-F07A-1FB103A7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3BE2-D008-37F6-D81E-F74C741A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713E0-B7BF-90FB-BB87-AB7A6E2E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276E-FC25-0EEC-47BA-05588715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9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816B-DAFE-5A85-48F8-8BFEA05C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4AECE-1740-D370-D1C8-D0B311F4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0320-5194-4C9E-7933-2AD5AC82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42484-73E8-3B89-2838-74502AA5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A9404-2DBD-5D0A-2F41-7D1313F9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339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E956-EF44-0657-374D-79F3A27C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A9700-3F32-B680-A9A6-B14D6EC10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B128B-C948-EC1E-3D9B-0E059FC3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22C7-65FE-B932-3FFE-598A388B3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06473-E50D-D677-20FE-48C00493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5015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90EA-57BC-3D78-B56C-4D35CB56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E131-893B-0721-FB8B-85E89EA39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F4CB-CCE7-BCD6-E740-EA59D0426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81530-1624-C161-FB20-78FB6767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C3D7A-3837-E749-8885-8D18302E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56631-1B25-FF0F-CB97-FFA0E0FB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620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DFFD-D429-788E-85F1-C0CE3C0E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BBD2-0FC6-C115-4040-B04157EC9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CFD56-96F9-63BE-8D38-22C88DD29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A376C-251D-09C0-87C7-9545DEF01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5A369-FCD6-D8D3-7C9D-1F68E3FD0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85DB1-75B3-E9D6-5936-61C297D2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80DD7-D114-54BC-B258-1190E32A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565DF-9D06-3479-35CC-A96B914E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4813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241C-69CD-EF11-DC32-CE9800E3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29726-D5D4-61BC-E875-DDDD2B3D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61166-DA6A-D8DE-D985-AB1406A5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7E01E-BDF2-9D95-2331-977B902B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464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FA54B-243B-D404-0EDC-10FDDA07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E9A30-1747-1910-54B3-CF6556BC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E7FCF-C60B-AE4E-7D92-C0F723EF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0043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D1DE-E90C-AD99-99B4-F51E79E0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9A66-46F9-48D1-8A68-D9A632CE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1031D-EE6E-11BB-068F-02598E82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E8C6E-FA58-6070-4366-50CC9EB6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22A31-F440-6DAF-72B2-26C3C098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563DE-CDD8-CF49-F6FB-020744D6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1572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1809-1E4B-D919-3841-1B1B6464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38540-7EA1-C368-F475-9B18D8136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9E1E2-2ECD-DB99-9869-76A6DE41F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CD173-55B6-0309-B680-90A27A4F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BF52C-5760-B75A-8CD1-8C046F48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81443-0301-7D36-B47A-AD65BCB6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7761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DFA3-4CE9-2E96-60C9-E9A1C57A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F9E87-9F1F-C995-8D2D-27438C13C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62FE5-B84B-3869-1B8A-BBA51C34F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86EE-DA10-7679-391D-D11CCF3C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9A59-0D31-E9D4-59B4-6A4C7B1A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520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AF163-1529-5C08-6978-81B98CBA4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164CE-62E5-6BF6-D88F-273FD0005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EBF3-CB13-A901-E485-59A8AF11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9EF74-88AC-0CC7-DAEC-BF693D9F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EDBF-7BFF-FCA1-CC19-9989F8A9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104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3B4CE-34C3-373E-6F64-50E85A95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C03D1-D0FC-6B8D-7305-0E403039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DAB7A-AE2B-98B7-6BDD-ECD066304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8C065-C8FF-4237-ADC5-24892E53C446}" type="datetimeFigureOut">
              <a:rPr lang="en-CH" smtClean="0"/>
              <a:t>23/08/2026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E8AE-FDF8-6F2B-DAC3-DD8D5F7F6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C6CE-89D7-E5AF-4E79-8317C9779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D0496-E7B4-4219-8710-AB85A368084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0452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B460-AFC1-CDC9-6575-F4A468F6A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Kirchenfeldrobotics</a:t>
            </a:r>
            <a:endParaRPr lang="en-CH" b="1" dirty="0"/>
          </a:p>
        </p:txBody>
      </p:sp>
    </p:spTree>
    <p:extLst>
      <p:ext uri="{BB962C8B-B14F-4D97-AF65-F5344CB8AC3E}">
        <p14:creationId xmlns:p14="http://schemas.microsoft.com/office/powerpoint/2010/main" val="326499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61A36-D716-FDBE-F015-EE92130F0D57}"/>
              </a:ext>
            </a:extLst>
          </p:cNvPr>
          <p:cNvCxnSpPr>
            <a:cxnSpLocks/>
          </p:cNvCxnSpPr>
          <p:nvPr/>
        </p:nvCxnSpPr>
        <p:spPr>
          <a:xfrm>
            <a:off x="6096000" y="977900"/>
            <a:ext cx="0" cy="4902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E77D60-C963-5A92-0A3E-9F241B29EADD}"/>
              </a:ext>
            </a:extLst>
          </p:cNvPr>
          <p:cNvGrpSpPr/>
          <p:nvPr/>
        </p:nvGrpSpPr>
        <p:grpSpPr>
          <a:xfrm>
            <a:off x="1786467" y="1926478"/>
            <a:ext cx="3801533" cy="1937053"/>
            <a:chOff x="1786467" y="1947334"/>
            <a:chExt cx="3801533" cy="19370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1193BA-0928-914F-97C2-6C301BF55842}"/>
                </a:ext>
              </a:extLst>
            </p:cNvPr>
            <p:cNvSpPr txBox="1"/>
            <p:nvPr/>
          </p:nvSpPr>
          <p:spPr>
            <a:xfrm>
              <a:off x="2108200" y="1947334"/>
              <a:ext cx="2641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/>
                <a:t>90% </a:t>
              </a:r>
              <a:endParaRPr lang="en-CH" sz="96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C662AD-D483-9500-90E8-B199928A684B}"/>
                </a:ext>
              </a:extLst>
            </p:cNvPr>
            <p:cNvSpPr txBox="1"/>
            <p:nvPr/>
          </p:nvSpPr>
          <p:spPr>
            <a:xfrm>
              <a:off x="1786467" y="3299612"/>
              <a:ext cx="38015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/>
                <a:t>wollen</a:t>
              </a:r>
              <a:r>
                <a:rPr lang="en-US" sz="3200" dirty="0"/>
                <a:t> </a:t>
              </a:r>
              <a:r>
                <a:rPr lang="en-US" sz="3200" dirty="0" err="1"/>
                <a:t>etwas</a:t>
              </a:r>
              <a:r>
                <a:rPr lang="en-US" sz="3200" dirty="0"/>
                <a:t> tun </a:t>
              </a:r>
              <a:endParaRPr lang="en-CH" sz="3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34998A-C0DC-559C-8703-83CED8034FB6}"/>
              </a:ext>
            </a:extLst>
          </p:cNvPr>
          <p:cNvGrpSpPr/>
          <p:nvPr/>
        </p:nvGrpSpPr>
        <p:grpSpPr>
          <a:xfrm>
            <a:off x="7294033" y="1913181"/>
            <a:ext cx="4186767" cy="1963647"/>
            <a:chOff x="7294033" y="1905621"/>
            <a:chExt cx="4186767" cy="196364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C94013-824F-CB4C-318B-D0A8EEC4B778}"/>
                </a:ext>
              </a:extLst>
            </p:cNvPr>
            <p:cNvSpPr txBox="1"/>
            <p:nvPr/>
          </p:nvSpPr>
          <p:spPr>
            <a:xfrm>
              <a:off x="7493000" y="1905621"/>
              <a:ext cx="26416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/>
                <a:t>25% </a:t>
              </a:r>
              <a:endParaRPr lang="en-CH" sz="96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84E50D-2E81-E997-0048-4FE7DA42D261}"/>
                </a:ext>
              </a:extLst>
            </p:cNvPr>
            <p:cNvSpPr txBox="1"/>
            <p:nvPr/>
          </p:nvSpPr>
          <p:spPr>
            <a:xfrm>
              <a:off x="7294033" y="3284493"/>
              <a:ext cx="41867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/>
                <a:t>setzen</a:t>
              </a:r>
              <a:r>
                <a:rPr lang="en-US" sz="3200" dirty="0"/>
                <a:t> </a:t>
              </a:r>
              <a:r>
                <a:rPr lang="en-US" sz="3200" dirty="0" err="1"/>
                <a:t>Lösungen</a:t>
              </a:r>
              <a:r>
                <a:rPr lang="en-US" sz="3200" dirty="0"/>
                <a:t> um</a:t>
              </a:r>
              <a:endParaRPr lang="en-CH" sz="32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815348B-1712-91CD-4F26-9E28B60A5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2" y="355597"/>
            <a:ext cx="1244605" cy="124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4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4B395-222E-8B97-D15F-237DA16F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04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8A41D-9E6D-4021-2CC8-0651592E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80B2185-B366-7DE8-C51F-E2687B4B5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2" y="355597"/>
            <a:ext cx="1244605" cy="124460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CEEB72B-225D-FDB1-600B-5940E4C1C8D4}"/>
              </a:ext>
            </a:extLst>
          </p:cNvPr>
          <p:cNvGrpSpPr/>
          <p:nvPr/>
        </p:nvGrpSpPr>
        <p:grpSpPr>
          <a:xfrm>
            <a:off x="2082801" y="2224039"/>
            <a:ext cx="8026399" cy="2409923"/>
            <a:chOff x="1786467" y="1844710"/>
            <a:chExt cx="8026399" cy="240992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F14601-BFFB-3E6E-6157-E680E6B0AF67}"/>
                </a:ext>
              </a:extLst>
            </p:cNvPr>
            <p:cNvSpPr txBox="1"/>
            <p:nvPr/>
          </p:nvSpPr>
          <p:spPr>
            <a:xfrm>
              <a:off x="1786467" y="1844710"/>
              <a:ext cx="22944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 err="1"/>
                <a:t>Einfach</a:t>
              </a:r>
              <a:endParaRPr lang="en-CH" sz="44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3BDADF-17F3-E595-1D42-2979785947EE}"/>
                </a:ext>
              </a:extLst>
            </p:cNvPr>
            <p:cNvSpPr txBox="1"/>
            <p:nvPr/>
          </p:nvSpPr>
          <p:spPr>
            <a:xfrm>
              <a:off x="3280832" y="2664951"/>
              <a:ext cx="304800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 err="1"/>
                <a:t>Skalierbar</a:t>
              </a:r>
              <a:endParaRPr lang="en-CH" sz="44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32395E-62A9-DC9A-FF88-2D328053BA9C}"/>
                </a:ext>
              </a:extLst>
            </p:cNvPr>
            <p:cNvSpPr txBox="1"/>
            <p:nvPr/>
          </p:nvSpPr>
          <p:spPr>
            <a:xfrm>
              <a:off x="5528733" y="3485192"/>
              <a:ext cx="428413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/>
                <a:t>Echter </a:t>
              </a:r>
              <a:r>
                <a:rPr lang="en-US" sz="4400" b="1" dirty="0" err="1"/>
                <a:t>Nutzen</a:t>
              </a:r>
              <a:endParaRPr lang="en-CH" sz="4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09240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Kirchenfeldrobotics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Buchli</dc:creator>
  <cp:lastModifiedBy>Nils Buchli</cp:lastModifiedBy>
  <cp:revision>1</cp:revision>
  <dcterms:created xsi:type="dcterms:W3CDTF">2026-08-23T09:02:25Z</dcterms:created>
  <dcterms:modified xsi:type="dcterms:W3CDTF">2026-08-23T09:58:40Z</dcterms:modified>
</cp:coreProperties>
</file>